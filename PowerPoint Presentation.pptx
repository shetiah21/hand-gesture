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ammersmith One" charset="1" panose="02010703030501060504"/>
      <p:regular r:id="rId20"/>
    </p:embeddedFont>
    <p:embeddedFont>
      <p:font typeface="Touvlo" charset="1" panose="020B0604030403020204"/>
      <p:regular r:id="rId21"/>
    </p:embeddedFont>
    <p:embeddedFont>
      <p:font typeface="Touvlo Bold" charset="1" panose="020B08040304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8756" y="3457638"/>
            <a:ext cx="11513478" cy="302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8"/>
              </a:lnSpc>
            </a:pPr>
            <a:r>
              <a:rPr lang="en-US" sz="869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HAND GESTURE VOLUME CONTROL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184028" y="-187195"/>
            <a:ext cx="5401691" cy="10661390"/>
            <a:chOff x="0" y="0"/>
            <a:chExt cx="1422668" cy="28079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668" cy="2807938"/>
            </a:xfrm>
            <a:custGeom>
              <a:avLst/>
              <a:gdLst/>
              <a:ahLst/>
              <a:cxnLst/>
              <a:rect r="r" b="b" t="t" l="l"/>
              <a:pathLst>
                <a:path h="2807938" w="1422668">
                  <a:moveTo>
                    <a:pt x="0" y="0"/>
                  </a:moveTo>
                  <a:lnTo>
                    <a:pt x="1422668" y="0"/>
                  </a:lnTo>
                  <a:lnTo>
                    <a:pt x="1422668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94D4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2668" cy="284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265097" y="3179683"/>
            <a:ext cx="6331273" cy="5352803"/>
          </a:xfrm>
          <a:custGeom>
            <a:avLst/>
            <a:gdLst/>
            <a:ahLst/>
            <a:cxnLst/>
            <a:rect r="r" b="b" t="t" l="l"/>
            <a:pathLst>
              <a:path h="5352803" w="6331273">
                <a:moveTo>
                  <a:pt x="0" y="0"/>
                </a:moveTo>
                <a:lnTo>
                  <a:pt x="6331273" y="0"/>
                </a:lnTo>
                <a:lnTo>
                  <a:pt x="6331273" y="5352804"/>
                </a:lnTo>
                <a:lnTo>
                  <a:pt x="0" y="5352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313848" y="5705997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9144000" y="-1264285"/>
            <a:ext cx="1077329" cy="4114800"/>
          </a:xfrm>
          <a:custGeom>
            <a:avLst/>
            <a:gdLst/>
            <a:ahLst/>
            <a:cxnLst/>
            <a:rect r="r" b="b" t="t" l="l"/>
            <a:pathLst>
              <a:path h="4114800" w="1077329">
                <a:moveTo>
                  <a:pt x="0" y="0"/>
                </a:moveTo>
                <a:lnTo>
                  <a:pt x="1077329" y="0"/>
                </a:lnTo>
                <a:lnTo>
                  <a:pt x="10773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78886"/>
            <a:ext cx="9639804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Abdelrahman Tarek, Hatem Hussein, Rawan Yasser, Yasmine Moataz, Yousif Hamdi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44812" y="4689475"/>
            <a:ext cx="806599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</a:t>
            </a: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roblem: Traditional inputs (mice, keyboards) are clunky and limit natural interaction.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42495" y="2088122"/>
            <a:ext cx="4172487" cy="7475140"/>
          </a:xfrm>
          <a:custGeom>
            <a:avLst/>
            <a:gdLst/>
            <a:ahLst/>
            <a:cxnLst/>
            <a:rect r="r" b="b" t="t" l="l"/>
            <a:pathLst>
              <a:path h="7475140" w="4172487">
                <a:moveTo>
                  <a:pt x="0" y="0"/>
                </a:moveTo>
                <a:lnTo>
                  <a:pt x="4172487" y="0"/>
                </a:lnTo>
                <a:lnTo>
                  <a:pt x="4172487" y="7475139"/>
                </a:lnTo>
                <a:lnTo>
                  <a:pt x="0" y="7475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270938" y="474532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44812" y="2632551"/>
            <a:ext cx="7739420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Touvlo Bold"/>
                <a:ea typeface="Touvlo Bold"/>
                <a:cs typeface="Touvlo Bold"/>
                <a:sym typeface="Touvlo Bold"/>
              </a:rPr>
              <a:t>The Challenge And The Fix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11986" y="5873750"/>
            <a:ext cx="1118438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→ Our S</a:t>
            </a: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olution: Webcam-based system for real-time hand tracking and volume control.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74511" y="7127796"/>
            <a:ext cx="1068478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Why Cool? T</a:t>
            </a: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ouch-free, intuitive, usable, and accessible for everyone.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2689" y="2918350"/>
            <a:ext cx="13578978" cy="5505781"/>
            <a:chOff x="0" y="0"/>
            <a:chExt cx="3576356" cy="1450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6356" cy="1450082"/>
            </a:xfrm>
            <a:custGeom>
              <a:avLst/>
              <a:gdLst/>
              <a:ahLst/>
              <a:cxnLst/>
              <a:rect r="r" b="b" t="t" l="l"/>
              <a:pathLst>
                <a:path h="1450082" w="3576356">
                  <a:moveTo>
                    <a:pt x="0" y="0"/>
                  </a:moveTo>
                  <a:lnTo>
                    <a:pt x="3576356" y="0"/>
                  </a:lnTo>
                  <a:lnTo>
                    <a:pt x="3576356" y="1450082"/>
                  </a:lnTo>
                  <a:lnTo>
                    <a:pt x="0" y="1450082"/>
                  </a:lnTo>
                  <a:close/>
                </a:path>
              </a:pathLst>
            </a:custGeom>
            <a:solidFill>
              <a:srgbClr val="EECAC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76356" cy="1488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235426"/>
            <a:ext cx="5147475" cy="6871629"/>
          </a:xfrm>
          <a:custGeom>
            <a:avLst/>
            <a:gdLst/>
            <a:ahLst/>
            <a:cxnLst/>
            <a:rect r="r" b="b" t="t" l="l"/>
            <a:pathLst>
              <a:path h="6871629" w="5147475">
                <a:moveTo>
                  <a:pt x="0" y="0"/>
                </a:moveTo>
                <a:lnTo>
                  <a:pt x="5147475" y="0"/>
                </a:lnTo>
                <a:lnTo>
                  <a:pt x="5147475" y="6871629"/>
                </a:lnTo>
                <a:lnTo>
                  <a:pt x="0" y="6871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85180" y="3835236"/>
            <a:ext cx="9345323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HCI Perspective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25607" y="5290183"/>
            <a:ext cx="11270762" cy="251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Uses natural hand gestures for interaction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Provides real-time visual feedback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Minimizes effort—no physical contact needed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Supports intuitive and direct interaction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Follows HCI principles such as usability &amp; simplicity</a:t>
            </a: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987507" y="7388067"/>
            <a:ext cx="1077329" cy="4114800"/>
          </a:xfrm>
          <a:custGeom>
            <a:avLst/>
            <a:gdLst/>
            <a:ahLst/>
            <a:cxnLst/>
            <a:rect r="r" b="b" t="t" l="l"/>
            <a:pathLst>
              <a:path h="4114800" w="1077329">
                <a:moveTo>
                  <a:pt x="0" y="0"/>
                </a:moveTo>
                <a:lnTo>
                  <a:pt x="1077329" y="0"/>
                </a:lnTo>
                <a:lnTo>
                  <a:pt x="10773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28812" y="-187195"/>
            <a:ext cx="8686223" cy="10661390"/>
            <a:chOff x="0" y="0"/>
            <a:chExt cx="2287729" cy="28079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730" cy="2807938"/>
            </a:xfrm>
            <a:custGeom>
              <a:avLst/>
              <a:gdLst/>
              <a:ahLst/>
              <a:cxnLst/>
              <a:rect r="r" b="b" t="t" l="l"/>
              <a:pathLst>
                <a:path h="2807938" w="2287730">
                  <a:moveTo>
                    <a:pt x="0" y="0"/>
                  </a:moveTo>
                  <a:lnTo>
                    <a:pt x="2287730" y="0"/>
                  </a:lnTo>
                  <a:lnTo>
                    <a:pt x="2287730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DC78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7729" cy="284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65856" y="3651974"/>
            <a:ext cx="6716718" cy="4762764"/>
          </a:xfrm>
          <a:custGeom>
            <a:avLst/>
            <a:gdLst/>
            <a:ahLst/>
            <a:cxnLst/>
            <a:rect r="r" b="b" t="t" l="l"/>
            <a:pathLst>
              <a:path h="4762764" w="6716718">
                <a:moveTo>
                  <a:pt x="0" y="0"/>
                </a:moveTo>
                <a:lnTo>
                  <a:pt x="6716718" y="0"/>
                </a:lnTo>
                <a:lnTo>
                  <a:pt x="6716718" y="4762764"/>
                </a:lnTo>
                <a:lnTo>
                  <a:pt x="0" y="4762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42610" y="3076942"/>
            <a:ext cx="8223246" cy="190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0"/>
              </a:lnSpc>
            </a:pPr>
            <a:r>
              <a:rPr lang="en-US" sz="71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522" y="5095875"/>
            <a:ext cx="7201505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Cam</a:t>
            </a: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era Input Module – captures real-time video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Hand Processing Module – MediaPipe detects landmarks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Visualization Module – overlays points on video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Smooth, responsive real-time pipeline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8164054" y="-2151423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964016" y="-738631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2"/>
                </a:lnTo>
                <a:lnTo>
                  <a:pt x="0" y="6124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86620" y="1684521"/>
            <a:ext cx="16470521" cy="9264668"/>
          </a:xfrm>
          <a:custGeom>
            <a:avLst/>
            <a:gdLst/>
            <a:ahLst/>
            <a:cxnLst/>
            <a:rect r="r" b="b" t="t" l="l"/>
            <a:pathLst>
              <a:path h="9264668" w="16470521">
                <a:moveTo>
                  <a:pt x="0" y="0"/>
                </a:moveTo>
                <a:lnTo>
                  <a:pt x="16470521" y="0"/>
                </a:lnTo>
                <a:lnTo>
                  <a:pt x="16470521" y="9264668"/>
                </a:lnTo>
                <a:lnTo>
                  <a:pt x="0" y="926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8201" y="3244224"/>
            <a:ext cx="11340181" cy="230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System overview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26367" y="9473400"/>
            <a:ext cx="1465866" cy="58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15024232" y="6290299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4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4591" y="1688170"/>
            <a:ext cx="10153990" cy="25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9"/>
              </a:lnSpc>
            </a:pPr>
            <a:r>
              <a:rPr lang="en-US" sz="10159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Our User Interface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8769" y="4547756"/>
            <a:ext cx="13478402" cy="31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The screen has two main parts: Settings and Volume Control.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In Settings, the user can turn on/off volume control, finger tracking, and sound feedback.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There is a sensitivity slider to adjust how easy it is for the system to detect gestures.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The Volume Control section shows the camera area where the user places their hand.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It displays the distance detected between fingers and the current volume level.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The UI is designed to be simple, clear, and easy to use.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1362427" y="5330048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5" y="0"/>
                </a:lnTo>
                <a:lnTo>
                  <a:pt x="979945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348699" y="782266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78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0035" y="6172200"/>
            <a:ext cx="1077329" cy="4114800"/>
          </a:xfrm>
          <a:custGeom>
            <a:avLst/>
            <a:gdLst/>
            <a:ahLst/>
            <a:cxnLst/>
            <a:rect r="r" b="b" t="t" l="l"/>
            <a:pathLst>
              <a:path h="4114800" w="1077329">
                <a:moveTo>
                  <a:pt x="0" y="0"/>
                </a:moveTo>
                <a:lnTo>
                  <a:pt x="1077330" y="0"/>
                </a:lnTo>
                <a:lnTo>
                  <a:pt x="10773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13142" y="1028700"/>
            <a:ext cx="11215809" cy="8229600"/>
          </a:xfrm>
          <a:custGeom>
            <a:avLst/>
            <a:gdLst/>
            <a:ahLst/>
            <a:cxnLst/>
            <a:rect r="r" b="b" t="t" l="l"/>
            <a:pathLst>
              <a:path h="8229600" w="11215809">
                <a:moveTo>
                  <a:pt x="0" y="0"/>
                </a:moveTo>
                <a:lnTo>
                  <a:pt x="11215809" y="0"/>
                </a:lnTo>
                <a:lnTo>
                  <a:pt x="11215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07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2263" y="-187195"/>
            <a:ext cx="8686223" cy="10661390"/>
            <a:chOff x="0" y="0"/>
            <a:chExt cx="2287729" cy="28079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730" cy="2807938"/>
            </a:xfrm>
            <a:custGeom>
              <a:avLst/>
              <a:gdLst/>
              <a:ahLst/>
              <a:cxnLst/>
              <a:rect r="r" b="b" t="t" l="l"/>
              <a:pathLst>
                <a:path h="2807938" w="2287730">
                  <a:moveTo>
                    <a:pt x="0" y="0"/>
                  </a:moveTo>
                  <a:lnTo>
                    <a:pt x="2287730" y="0"/>
                  </a:lnTo>
                  <a:lnTo>
                    <a:pt x="2287730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7729" cy="284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56291" y="2166661"/>
            <a:ext cx="3906848" cy="7091639"/>
          </a:xfrm>
          <a:custGeom>
            <a:avLst/>
            <a:gdLst/>
            <a:ahLst/>
            <a:cxnLst/>
            <a:rect r="r" b="b" t="t" l="l"/>
            <a:pathLst>
              <a:path h="7091639" w="3906848">
                <a:moveTo>
                  <a:pt x="0" y="0"/>
                </a:moveTo>
                <a:lnTo>
                  <a:pt x="3906848" y="0"/>
                </a:lnTo>
                <a:lnTo>
                  <a:pt x="3906848" y="7091639"/>
                </a:lnTo>
                <a:lnTo>
                  <a:pt x="0" y="7091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24893" y="2970840"/>
            <a:ext cx="9461355" cy="207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1"/>
              </a:lnSpc>
              <a:spcBef>
                <a:spcPct val="0"/>
              </a:spcBef>
            </a:pPr>
            <a:r>
              <a:rPr lang="en-US" sz="78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Tools &amp; 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08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5166" y="6689057"/>
            <a:ext cx="1077329" cy="4114800"/>
          </a:xfrm>
          <a:custGeom>
            <a:avLst/>
            <a:gdLst/>
            <a:ahLst/>
            <a:cxnLst/>
            <a:rect r="r" b="b" t="t" l="l"/>
            <a:pathLst>
              <a:path h="4114800" w="1077329">
                <a:moveTo>
                  <a:pt x="0" y="0"/>
                </a:moveTo>
                <a:lnTo>
                  <a:pt x="1077329" y="0"/>
                </a:lnTo>
                <a:lnTo>
                  <a:pt x="10773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9227478" y="-3591971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5" y="0"/>
                </a:lnTo>
                <a:lnTo>
                  <a:pt x="979945" y="6124661"/>
                </a:lnTo>
                <a:lnTo>
                  <a:pt x="0" y="6124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15466" y="6347427"/>
            <a:ext cx="8943834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Pyth</a:t>
            </a: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on – backend programming</a:t>
            </a:r>
          </a:p>
          <a:p>
            <a:pPr algn="ctr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OpenCV – video capture &amp; processing</a:t>
            </a:r>
          </a:p>
          <a:p>
            <a:pPr algn="ctr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Webcam with cv2.VideoCapture</a:t>
            </a:r>
          </a:p>
          <a:p>
            <a:pPr algn="ctr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MediaPipe Hand Tracking – 21 landmarks</a:t>
            </a:r>
          </a:p>
          <a:p>
            <a:pPr algn="ctr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No database needed – real-time processing only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823512" y="5933856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7" y="0"/>
                </a:lnTo>
                <a:lnTo>
                  <a:pt x="1231677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64016" y="-738631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2"/>
                </a:lnTo>
                <a:lnTo>
                  <a:pt x="0" y="6124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9463" y="3465525"/>
            <a:ext cx="7133714" cy="6152828"/>
          </a:xfrm>
          <a:custGeom>
            <a:avLst/>
            <a:gdLst/>
            <a:ahLst/>
            <a:cxnLst/>
            <a:rect r="r" b="b" t="t" l="l"/>
            <a:pathLst>
              <a:path h="6152828" w="7133714">
                <a:moveTo>
                  <a:pt x="0" y="0"/>
                </a:moveTo>
                <a:lnTo>
                  <a:pt x="7133714" y="0"/>
                </a:lnTo>
                <a:lnTo>
                  <a:pt x="7133714" y="6152828"/>
                </a:lnTo>
                <a:lnTo>
                  <a:pt x="0" y="61528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59689" y="3292639"/>
            <a:ext cx="6999058" cy="6498600"/>
          </a:xfrm>
          <a:custGeom>
            <a:avLst/>
            <a:gdLst/>
            <a:ahLst/>
            <a:cxnLst/>
            <a:rect r="r" b="b" t="t" l="l"/>
            <a:pathLst>
              <a:path h="6498600" w="6999058">
                <a:moveTo>
                  <a:pt x="0" y="0"/>
                </a:moveTo>
                <a:lnTo>
                  <a:pt x="6999058" y="0"/>
                </a:lnTo>
                <a:lnTo>
                  <a:pt x="6999058" y="6498600"/>
                </a:lnTo>
                <a:lnTo>
                  <a:pt x="0" y="6498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80543" y="1311766"/>
            <a:ext cx="9131652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 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30503" y="9378792"/>
            <a:ext cx="1465866" cy="58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09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823512" y="5933856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7" y="0"/>
                </a:lnTo>
                <a:lnTo>
                  <a:pt x="1231677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64016" y="-738631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2"/>
                </a:lnTo>
                <a:lnTo>
                  <a:pt x="0" y="6124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963" y="3091894"/>
            <a:ext cx="8086220" cy="6166406"/>
          </a:xfrm>
          <a:custGeom>
            <a:avLst/>
            <a:gdLst/>
            <a:ahLst/>
            <a:cxnLst/>
            <a:rect r="r" b="b" t="t" l="l"/>
            <a:pathLst>
              <a:path h="6166406" w="8086220">
                <a:moveTo>
                  <a:pt x="0" y="0"/>
                </a:moveTo>
                <a:lnTo>
                  <a:pt x="8086220" y="0"/>
                </a:lnTo>
                <a:lnTo>
                  <a:pt x="8086220" y="6166406"/>
                </a:lnTo>
                <a:lnTo>
                  <a:pt x="0" y="6166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4183" y="3091894"/>
            <a:ext cx="6757889" cy="6492005"/>
          </a:xfrm>
          <a:custGeom>
            <a:avLst/>
            <a:gdLst/>
            <a:ahLst/>
            <a:cxnLst/>
            <a:rect r="r" b="b" t="t" l="l"/>
            <a:pathLst>
              <a:path h="6492005" w="6757889">
                <a:moveTo>
                  <a:pt x="0" y="0"/>
                </a:moveTo>
                <a:lnTo>
                  <a:pt x="6757889" y="0"/>
                </a:lnTo>
                <a:lnTo>
                  <a:pt x="6757889" y="6492005"/>
                </a:lnTo>
                <a:lnTo>
                  <a:pt x="0" y="6492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80543" y="1311766"/>
            <a:ext cx="9131652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 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30503" y="9378792"/>
            <a:ext cx="1465866" cy="58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09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823512" y="5933856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7" y="0"/>
                </a:lnTo>
                <a:lnTo>
                  <a:pt x="1231677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64016" y="-738631"/>
            <a:ext cx="979946" cy="6124661"/>
          </a:xfrm>
          <a:custGeom>
            <a:avLst/>
            <a:gdLst/>
            <a:ahLst/>
            <a:cxnLst/>
            <a:rect r="r" b="b" t="t" l="l"/>
            <a:pathLst>
              <a:path h="6124661" w="979946">
                <a:moveTo>
                  <a:pt x="0" y="0"/>
                </a:moveTo>
                <a:lnTo>
                  <a:pt x="979946" y="0"/>
                </a:lnTo>
                <a:lnTo>
                  <a:pt x="979946" y="6124662"/>
                </a:lnTo>
                <a:lnTo>
                  <a:pt x="0" y="6124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24172" y="3124191"/>
            <a:ext cx="7439655" cy="6321276"/>
          </a:xfrm>
          <a:custGeom>
            <a:avLst/>
            <a:gdLst/>
            <a:ahLst/>
            <a:cxnLst/>
            <a:rect r="r" b="b" t="t" l="l"/>
            <a:pathLst>
              <a:path h="6321276" w="7439655">
                <a:moveTo>
                  <a:pt x="0" y="0"/>
                </a:moveTo>
                <a:lnTo>
                  <a:pt x="7439656" y="0"/>
                </a:lnTo>
                <a:lnTo>
                  <a:pt x="7439656" y="6321276"/>
                </a:lnTo>
                <a:lnTo>
                  <a:pt x="0" y="6321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80543" y="1311766"/>
            <a:ext cx="9131652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 Code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30503" y="9378792"/>
            <a:ext cx="1465866" cy="58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09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D4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603441" y="-1026280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80945" y="3811394"/>
            <a:ext cx="13249558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Gesture Volume Control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26171" y="5952808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73009" y="5580184"/>
            <a:ext cx="9941982" cy="272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Measures distance between thumb &amp; index finger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Maps gesture distance to volume range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Finger pinch = volume down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Finger spread = volume up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Updated live with visual feedback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2782" y="2085144"/>
            <a:ext cx="19013564" cy="10661390"/>
            <a:chOff x="0" y="0"/>
            <a:chExt cx="5007688" cy="28079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7688" cy="2807938"/>
            </a:xfrm>
            <a:custGeom>
              <a:avLst/>
              <a:gdLst/>
              <a:ahLst/>
              <a:cxnLst/>
              <a:rect r="r" b="b" t="t" l="l"/>
              <a:pathLst>
                <a:path h="2807938" w="5007688">
                  <a:moveTo>
                    <a:pt x="0" y="0"/>
                  </a:moveTo>
                  <a:lnTo>
                    <a:pt x="5007688" y="0"/>
                  </a:lnTo>
                  <a:lnTo>
                    <a:pt x="5007688" y="2807938"/>
                  </a:lnTo>
                  <a:lnTo>
                    <a:pt x="0" y="2807938"/>
                  </a:lnTo>
                  <a:close/>
                </a:path>
              </a:pathLst>
            </a:custGeom>
            <a:solidFill>
              <a:srgbClr val="DC786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07688" cy="284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909965" y="4235821"/>
            <a:ext cx="8772609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5"/>
              </a:lnSpc>
              <a:spcBef>
                <a:spcPct val="0"/>
              </a:spcBef>
            </a:pPr>
            <a:r>
              <a:rPr lang="en-US" sz="8646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Conculsion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11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3857" y="2786024"/>
            <a:ext cx="5038000" cy="6143903"/>
          </a:xfrm>
          <a:custGeom>
            <a:avLst/>
            <a:gdLst/>
            <a:ahLst/>
            <a:cxnLst/>
            <a:rect r="r" b="b" t="t" l="l"/>
            <a:pathLst>
              <a:path h="6143903" w="5038000">
                <a:moveTo>
                  <a:pt x="0" y="0"/>
                </a:moveTo>
                <a:lnTo>
                  <a:pt x="5038001" y="0"/>
                </a:lnTo>
                <a:lnTo>
                  <a:pt x="5038001" y="6143903"/>
                </a:lnTo>
                <a:lnTo>
                  <a:pt x="0" y="6143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364692" y="1408179"/>
            <a:ext cx="1231678" cy="4704324"/>
          </a:xfrm>
          <a:custGeom>
            <a:avLst/>
            <a:gdLst/>
            <a:ahLst/>
            <a:cxnLst/>
            <a:rect r="r" b="b" t="t" l="l"/>
            <a:pathLst>
              <a:path h="4704324" w="1231678">
                <a:moveTo>
                  <a:pt x="0" y="0"/>
                </a:moveTo>
                <a:lnTo>
                  <a:pt x="1231678" y="0"/>
                </a:lnTo>
                <a:lnTo>
                  <a:pt x="1231678" y="4704324"/>
                </a:lnTo>
                <a:lnTo>
                  <a:pt x="0" y="4704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13931" y="5626656"/>
            <a:ext cx="7898689" cy="330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Simple and intuitive gesture-based system</a:t>
            </a:r>
          </a:p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Accurate hand tracking with MediaPipe</a:t>
            </a:r>
          </a:p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No physical devices required</a:t>
            </a:r>
          </a:p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Responsive and user-friendly design</a:t>
            </a:r>
          </a:p>
          <a:p>
            <a:pPr algn="ctr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Strong base for future gesture features (mute, play, etc.)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4326" y="3345931"/>
            <a:ext cx="20327088" cy="5505781"/>
            <a:chOff x="0" y="0"/>
            <a:chExt cx="5353636" cy="1450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53636" cy="1450082"/>
            </a:xfrm>
            <a:custGeom>
              <a:avLst/>
              <a:gdLst/>
              <a:ahLst/>
              <a:cxnLst/>
              <a:rect r="r" b="b" t="t" l="l"/>
              <a:pathLst>
                <a:path h="1450082" w="5353636">
                  <a:moveTo>
                    <a:pt x="0" y="0"/>
                  </a:moveTo>
                  <a:lnTo>
                    <a:pt x="5353636" y="0"/>
                  </a:lnTo>
                  <a:lnTo>
                    <a:pt x="5353636" y="1450082"/>
                  </a:lnTo>
                  <a:lnTo>
                    <a:pt x="0" y="1450082"/>
                  </a:lnTo>
                  <a:close/>
                </a:path>
              </a:pathLst>
            </a:custGeom>
            <a:solidFill>
              <a:srgbClr val="94D4C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53636" cy="1488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227294"/>
            <a:ext cx="10657744" cy="191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1"/>
              </a:lnSpc>
              <a:spcBef>
                <a:spcPct val="0"/>
              </a:spcBef>
            </a:pPr>
            <a:r>
              <a:rPr lang="en-US" sz="14137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0534073" y="2353226"/>
            <a:ext cx="986062" cy="3766209"/>
          </a:xfrm>
          <a:custGeom>
            <a:avLst/>
            <a:gdLst/>
            <a:ahLst/>
            <a:cxnLst/>
            <a:rect r="r" b="b" t="t" l="l"/>
            <a:pathLst>
              <a:path h="3766209" w="986062">
                <a:moveTo>
                  <a:pt x="0" y="0"/>
                </a:moveTo>
                <a:lnTo>
                  <a:pt x="986062" y="0"/>
                </a:lnTo>
                <a:lnTo>
                  <a:pt x="986062" y="3766209"/>
                </a:lnTo>
                <a:lnTo>
                  <a:pt x="0" y="3766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50818" y="2043385"/>
            <a:ext cx="5856884" cy="5910617"/>
          </a:xfrm>
          <a:custGeom>
            <a:avLst/>
            <a:gdLst/>
            <a:ahLst/>
            <a:cxnLst/>
            <a:rect r="r" b="b" t="t" l="l"/>
            <a:pathLst>
              <a:path h="5910617" w="5856884">
                <a:moveTo>
                  <a:pt x="0" y="0"/>
                </a:moveTo>
                <a:lnTo>
                  <a:pt x="5856884" y="0"/>
                </a:lnTo>
                <a:lnTo>
                  <a:pt x="5856884" y="5910617"/>
                </a:lnTo>
                <a:lnTo>
                  <a:pt x="0" y="5910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130503" y="9378792"/>
            <a:ext cx="1465866" cy="57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0"/>
              </a:lnSpc>
            </a:pPr>
            <a:r>
              <a:rPr lang="en-US" sz="3479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12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400000">
            <a:off x="754409" y="5896602"/>
            <a:ext cx="1077329" cy="4114800"/>
          </a:xfrm>
          <a:custGeom>
            <a:avLst/>
            <a:gdLst/>
            <a:ahLst/>
            <a:cxnLst/>
            <a:rect r="r" b="b" t="t" l="l"/>
            <a:pathLst>
              <a:path h="4114800" w="1077329">
                <a:moveTo>
                  <a:pt x="0" y="0"/>
                </a:moveTo>
                <a:lnTo>
                  <a:pt x="1077330" y="0"/>
                </a:lnTo>
                <a:lnTo>
                  <a:pt x="10773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DAG5U1DK2To</dc:identifier>
  <dcterms:modified xsi:type="dcterms:W3CDTF">2011-08-01T06:04:30Z</dcterms:modified>
  <cp:revision>1</cp:revision>
  <dc:title>Purple and Mint Illustrative Computer Presentation</dc:title>
</cp:coreProperties>
</file>